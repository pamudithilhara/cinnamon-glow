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96"/>
    <p:restoredTop sz="95820"/>
  </p:normalViewPr>
  <p:slideViewPr>
    <p:cSldViewPr snapToGrid="0">
      <p:cViewPr>
        <p:scale>
          <a:sx n="123" d="100"/>
          <a:sy n="123" d="100"/>
        </p:scale>
        <p:origin x="120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AC2-A739-90B9-9D0C-615623E83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DB014-CFB9-831C-335B-9574FE927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AA6A7-53E9-653D-C7F9-BDA602DB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92727-7766-E5B1-2C47-F1134802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AE82E-3746-E9FA-C48C-BB1CDC9A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0827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2E9C-6320-A657-4E8F-25704972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3CB7-3759-ACE8-DBD7-93682693C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29728-A790-24EB-985D-DB27B08A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8EFDB-0426-DE2B-D5E7-B1E9AE5B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8B3E-C1DC-7F99-F58A-BF8F0A60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8105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2D82-E0BB-6FAF-CE04-30F264B7F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AF1F8-6807-08EA-52E1-50A1A80C6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35C1-C3B2-188E-D73C-1437A0DA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C7DA6-8AA0-A89E-ED8C-4A6933B7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A9C1-8A0E-7549-7A40-50852D0A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1150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03E2-24A7-572A-554F-E8AEF610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87C4-6290-61ED-2212-9B8BD8A4F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E41A8-32D4-778D-BA36-A68023B5F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E4A9F-1551-7499-27DA-CCEA73D1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B66A9-A7C3-090C-5B49-D6F24232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818C5-6D86-B064-10A9-52CC1E3D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09809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6753-C6B6-A2F3-DA6A-05030F22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86067-A530-5E9F-65A1-911AF048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FF042-52C0-8BAA-1183-BC9C97522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21CDB-FDE2-113B-E187-8A77C0CBF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72710-714D-E7C4-FC46-1D14A8EFD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C962D-2669-8DA9-93E0-A06DCBC2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53A6D-B55D-6AC0-96CB-712DE39A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44598-4F61-AF41-49A7-26BF3B07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8395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9093-0F3A-8CA4-6D65-C3652E4D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1A167-3ADF-2D28-2852-420E157E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BCCB5-3A9B-3DDD-30C4-BE2CD79D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187AD-B646-9540-611C-86535071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6940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2BB0A-2E38-1787-3F7A-B689E187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E7E7A-ABD0-76E4-0661-967244B0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E30F0-895D-BB0D-5994-1D22662B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79205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0BBC-DD7A-C4A6-8132-C7B3CF65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0D9F-BF39-2599-744E-E727DEA4C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0D85F-FBAC-F0CE-CDD4-5E4D47D48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F600B-C74C-172F-6A73-C4613914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25A30-AEF0-60A2-87AF-2C04BE28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0725E-C195-7688-DF9C-CED8AE7A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82078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9FD9-9233-9010-BC1E-3A88B7FEB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0170E-6EF5-24A0-487D-F34FD52B3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17AC2-BA65-F625-9F8E-57898F5B7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D856C-DC8C-C35B-22D5-506E0B78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CDFE4-E674-2422-F179-679063AB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F9B19-2A91-ECDC-CDD4-747C29D3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63789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11A0-E7B1-53CF-D5E8-819C5279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3EA7F-57C2-C30E-5AEA-4FDC2120F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3C06A-619D-150F-11B4-2433DFB9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3859-EB7F-C809-297A-19254F06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4B6FF-777D-D792-2378-1179ABF7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9446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FD384C-ED03-B562-AE1A-1CB102EC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11802-0886-9760-AF35-E87EF631D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FCC3E-3126-3048-0606-8D88C7A5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DF65-B474-788A-08CC-FA071B31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57A6-1117-0505-FEF4-C1FC2CE1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7340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ED291-E8AE-041B-6545-6C575959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24098-1976-2FDB-4263-FED161BD4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B760B-E079-5AC9-0823-071D7480E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7B7B8-43A1-A542-BEBB-601A967D950C}" type="datetimeFigureOut">
              <a:rPr lang="en-LK" smtClean="0"/>
              <a:t>2023-11-21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46AE6-3A5A-73EC-F371-26F53AACF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3CE3-2DEE-525B-76C5-6CD5E5EFF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A5C57-92D3-684A-8E3F-6206B207DDA4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27717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whatis/whatis_htmldom.asp" TargetMode="External"/><Relationship Id="rId13" Type="http://schemas.openxmlformats.org/officeDocument/2006/relationships/hyperlink" Target="https://www.w3schools.com/whatis/whatis_react.asp" TargetMode="External"/><Relationship Id="rId3" Type="http://schemas.openxmlformats.org/officeDocument/2006/relationships/hyperlink" Target="https://www.w3schools.com/whatis/whatis_css.asp" TargetMode="External"/><Relationship Id="rId7" Type="http://schemas.openxmlformats.org/officeDocument/2006/relationships/hyperlink" Target="https://www.w3schools.com/whatis/whatis_es5.asp" TargetMode="External"/><Relationship Id="rId12" Type="http://schemas.openxmlformats.org/officeDocument/2006/relationships/hyperlink" Target="https://www.w3schools.com/whatis/whatis_angularjs.asp" TargetMode="External"/><Relationship Id="rId2" Type="http://schemas.openxmlformats.org/officeDocument/2006/relationships/hyperlink" Target="https://www.w3schools.com/whatis/whatis_html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whatis/whatis_js.asp" TargetMode="External"/><Relationship Id="rId11" Type="http://schemas.openxmlformats.org/officeDocument/2006/relationships/hyperlink" Target="https://www.w3schools.com/jquery/default.asp" TargetMode="External"/><Relationship Id="rId5" Type="http://schemas.openxmlformats.org/officeDocument/2006/relationships/hyperlink" Target="https://www.w3schools.com/whatis/whatis_w3css.asp" TargetMode="External"/><Relationship Id="rId10" Type="http://schemas.openxmlformats.org/officeDocument/2006/relationships/hyperlink" Target="https://www.w3schools.com/whatis/whatis_xml.asp" TargetMode="External"/><Relationship Id="rId4" Type="http://schemas.openxmlformats.org/officeDocument/2006/relationships/hyperlink" Target="https://www.w3schools.com/whatis/whatis_bootstrap.asp" TargetMode="External"/><Relationship Id="rId9" Type="http://schemas.openxmlformats.org/officeDocument/2006/relationships/hyperlink" Target="https://www.w3schools.com/whatis/whatis_json.asp" TargetMode="External"/><Relationship Id="rId14" Type="http://schemas.openxmlformats.org/officeDocument/2006/relationships/hyperlink" Target="https://storybook.js.org/basics/quick-start-guide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nodejs/default.asp" TargetMode="External"/><Relationship Id="rId3" Type="http://schemas.openxmlformats.org/officeDocument/2006/relationships/hyperlink" Target="https://www.w3schools.com/asp/default.asp" TargetMode="External"/><Relationship Id="rId7" Type="http://schemas.openxmlformats.org/officeDocument/2006/relationships/hyperlink" Target="https://www.w3schools.com/python/default.asp" TargetMode="External"/><Relationship Id="rId12" Type="http://schemas.openxmlformats.org/officeDocument/2006/relationships/hyperlink" Target="https://www.w3schools.com/sass/default.php" TargetMode="External"/><Relationship Id="rId2" Type="http://schemas.openxmlformats.org/officeDocument/2006/relationships/hyperlink" Target="https://www.w3schools.com/php/default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java/default.asp" TargetMode="External"/><Relationship Id="rId11" Type="http://schemas.openxmlformats.org/officeDocument/2006/relationships/hyperlink" Target="https://www.w3schools.com/nodejs/nodejs_mongodb.asp" TargetMode="External"/><Relationship Id="rId5" Type="http://schemas.openxmlformats.org/officeDocument/2006/relationships/hyperlink" Target="https://www.w3schools.com/cs/default.asp" TargetMode="External"/><Relationship Id="rId10" Type="http://schemas.openxmlformats.org/officeDocument/2006/relationships/hyperlink" Target="https://www.w3schools.com/whatis/whatis_sql.asp" TargetMode="External"/><Relationship Id="rId4" Type="http://schemas.openxmlformats.org/officeDocument/2006/relationships/hyperlink" Target="https://www.w3schools.com/cpp/default.asp" TargetMode="External"/><Relationship Id="rId9" Type="http://schemas.openxmlformats.org/officeDocument/2006/relationships/hyperlink" Target="https://www.w3schools.com/go/index.php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5C23-B112-8E7D-177E-9ABF59795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What is Google Charts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Google Maps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Google Fonts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B8191-72CF-D21E-B9E2-3F0F6F23F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34213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9C43-DE6B-F16D-9F12-0146372EF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01EB-4A08-C4C1-679E-10810BC9D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Google Charts is a Google API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Google Fonts is a Google API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Google Fonts is a Google API</a:t>
            </a:r>
            <a:endParaRPr lang="en-GB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23724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CBD2B-CAD7-339E-CCB0-22D65888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Learn how to add Google Charts to your web page.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EE012D94-001D-7220-AD90-F92F1E3A4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017" y="467208"/>
            <a:ext cx="612256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6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DD4B-3D60-31A6-4C89-73E17DD15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Charts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B76C8-E069-AB54-052B-9308C7192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Google Pie Chart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Start with a simple basic web page.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a &lt;div&gt; element with the id "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piechart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":</a:t>
            </a:r>
          </a:p>
          <a:p>
            <a:pPr marL="0" indent="0">
              <a:buNone/>
            </a:pPr>
            <a:endParaRPr lang="en-LK" dirty="0"/>
          </a:p>
          <a:p>
            <a:pPr marL="0" indent="0">
              <a:buNone/>
            </a:pP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 Web Page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piechart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5690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0E36-0235-D6FD-53D9-B5D6E275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a reference to the Chart API at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google.com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1925-5BF4-9C88-B9D1-743040A3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www.gstatic.com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/charts/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loader.js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GB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And add a JavaScript function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60564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5F0E-E4B2-6FB3-B1B4-E9FD4017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82D80-B85E-8658-5593-AB0D7D640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Load google charts</a:t>
            </a:r>
            <a:b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google.charts.load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'current'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{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'packages'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corechart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google.charts.setOnLoadCallback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drawChart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Draw the chart and set the chart values</a:t>
            </a:r>
            <a:b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drawChart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data =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google.visualization.arrayToDataTable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'Task'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'Hours per Day'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'Work'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'Friends'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'Eat'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'TV'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'Gym'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[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'Sleep'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Optional; add a title and set the width and height of the chart</a:t>
            </a:r>
            <a:b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options = {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title'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'My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Average Day'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'width'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550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'height'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Display the chart inside the &lt;div&gt; element with id="</a:t>
            </a:r>
            <a:r>
              <a:rPr lang="en-GB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piechart</a:t>
            </a:r>
            <a: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GB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chart =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google.visualization.PieChart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piechart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chart.draw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(data, options);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3964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5DAB-3411-A53B-2034-1D7E13A4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Google Maps 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A4D4-E352-1D19-EDE1-53D0438B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Learn how to add Google Maps to your web page.</a:t>
            </a:r>
          </a:p>
          <a:p>
            <a:pPr marL="0" indent="0"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Start with a simple web page.</a:t>
            </a:r>
          </a:p>
          <a:p>
            <a:pPr marL="0" indent="0"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a &lt;div&gt; element where you want the map to display, and set the size of the map:</a:t>
            </a: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96097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423D-1C0E-DC2C-1AC5-81FF7E8C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8B4C-5B60-084C-A3D4-8F5DE051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 First Google Map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="map"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="width:100%;height:400px;"&gt;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 map will go here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dirty="0"/>
            </a:b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12280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C5D9-7D2D-7B53-C16D-CB9FFA9A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 a JavaScript function to display the map: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1FE7-9951-6F83-058C-067AC7C0C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myMap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mapCanvas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"map"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mapOptions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google.maps.LatLng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51.5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 zoom: 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};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map = 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google.maps.Map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mapCanvas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mapOptions</a:t>
            </a: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48888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B3E0-25B1-4B66-7039-4487F03E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7A7FE-40A8-7BA9-01B0-D1F56C77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Google API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functionality of the map is provided by a JavaScript library located at Google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GB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maps.googleapis.com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/maps/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js?key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YOUR_KEY&amp;callback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myMap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"&gt;&lt;</a:t>
            </a:r>
            <a:r>
              <a:rPr lang="en-GB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GB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508874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49CC-444C-CB1E-5182-D49437A4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Google Fonts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3BC0-2252-2F9E-6274-89C4C473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dirty="0"/>
              <a:t>&lt;!DOCTYPE html&gt;</a:t>
            </a:r>
          </a:p>
          <a:p>
            <a:r>
              <a:rPr lang="en-GB" dirty="0"/>
              <a:t>&lt;html&gt;</a:t>
            </a:r>
          </a:p>
          <a:p>
            <a:r>
              <a:rPr lang="en-GB" dirty="0"/>
              <a:t>&lt;head&gt;</a:t>
            </a:r>
          </a:p>
          <a:p>
            <a:r>
              <a:rPr lang="en-GB" dirty="0"/>
              <a:t>&lt;link </a:t>
            </a:r>
            <a:r>
              <a:rPr lang="en-GB" dirty="0" err="1"/>
              <a:t>href</a:t>
            </a:r>
            <a:r>
              <a:rPr lang="en-GB" dirty="0"/>
              <a:t>='https://</a:t>
            </a:r>
            <a:r>
              <a:rPr lang="en-GB" dirty="0" err="1"/>
              <a:t>fonts.googleapis.com</a:t>
            </a:r>
            <a:r>
              <a:rPr lang="en-GB" dirty="0"/>
              <a:t>/</a:t>
            </a:r>
            <a:r>
              <a:rPr lang="en-GB" dirty="0" err="1"/>
              <a:t>css?family</a:t>
            </a:r>
            <a:r>
              <a:rPr lang="en-GB" dirty="0"/>
              <a:t>=</a:t>
            </a:r>
            <a:r>
              <a:rPr lang="en-GB" dirty="0" err="1"/>
              <a:t>ABeeZee</a:t>
            </a:r>
            <a:r>
              <a:rPr lang="en-GB" dirty="0"/>
              <a:t>' </a:t>
            </a:r>
            <a:r>
              <a:rPr lang="en-GB" dirty="0" err="1"/>
              <a:t>rel</a:t>
            </a:r>
            <a:r>
              <a:rPr lang="en-GB" dirty="0"/>
              <a:t>='stylesheet'&gt;</a:t>
            </a:r>
          </a:p>
          <a:p>
            <a:r>
              <a:rPr lang="en-GB" dirty="0"/>
              <a:t>&lt;style&gt;</a:t>
            </a:r>
          </a:p>
          <a:p>
            <a:r>
              <a:rPr lang="en-GB" dirty="0"/>
              <a:t>body {</a:t>
            </a:r>
          </a:p>
          <a:p>
            <a:r>
              <a:rPr lang="en-GB" dirty="0"/>
              <a:t>    font-family: '</a:t>
            </a:r>
            <a:r>
              <a:rPr lang="en-GB" dirty="0" err="1"/>
              <a:t>ABeeZee</a:t>
            </a:r>
            <a:r>
              <a:rPr lang="en-GB" dirty="0"/>
              <a:t>';font-size: 22px;</a:t>
            </a:r>
          </a:p>
          <a:p>
            <a:r>
              <a:rPr lang="en-GB" dirty="0"/>
              <a:t>}</a:t>
            </a:r>
          </a:p>
          <a:p>
            <a:r>
              <a:rPr lang="en-GB" dirty="0"/>
              <a:t>&lt;/style&gt;</a:t>
            </a:r>
          </a:p>
          <a:p>
            <a:r>
              <a:rPr lang="en-GB" dirty="0"/>
              <a:t>&lt;/head&gt;</a:t>
            </a:r>
          </a:p>
          <a:p>
            <a:r>
              <a:rPr lang="en-GB" dirty="0"/>
              <a:t>&lt;body&gt;</a:t>
            </a:r>
          </a:p>
          <a:p>
            <a:endParaRPr lang="en-GB" dirty="0"/>
          </a:p>
          <a:p>
            <a:r>
              <a:rPr lang="en-GB" dirty="0"/>
              <a:t>&lt;h1&gt;</a:t>
            </a:r>
            <a:r>
              <a:rPr lang="en-GB" dirty="0" err="1"/>
              <a:t>ABeeZee</a:t>
            </a:r>
            <a:r>
              <a:rPr lang="en-GB" dirty="0"/>
              <a:t>&lt;/h1&gt;</a:t>
            </a:r>
          </a:p>
          <a:p>
            <a:r>
              <a:rPr lang="en-GB" dirty="0"/>
              <a:t>&lt;p&gt;Lorem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.&lt;/p&gt;</a:t>
            </a:r>
          </a:p>
          <a:p>
            <a:r>
              <a:rPr lang="en-GB" dirty="0"/>
              <a:t>&lt;p&gt;123456790&lt;/p&gt;</a:t>
            </a:r>
          </a:p>
          <a:p>
            <a:r>
              <a:rPr lang="en-GB" dirty="0"/>
              <a:t>&lt;p&gt;ABCDEFGHIJKLMNOPQRSTUVWXYZ&lt;/p&gt;</a:t>
            </a:r>
          </a:p>
          <a:p>
            <a:r>
              <a:rPr lang="en-GB" dirty="0"/>
              <a:t>&lt;p&gt;</a:t>
            </a:r>
            <a:r>
              <a:rPr lang="en-GB" dirty="0" err="1"/>
              <a:t>abcdefghijklmnopqrstuvwxyz</a:t>
            </a:r>
            <a:r>
              <a:rPr lang="en-GB" dirty="0"/>
              <a:t>&lt;/p&gt;</a:t>
            </a:r>
          </a:p>
          <a:p>
            <a:endParaRPr lang="en-GB" dirty="0"/>
          </a:p>
          <a:p>
            <a:r>
              <a:rPr lang="en-GB" dirty="0"/>
              <a:t>&lt;/body&gt;</a:t>
            </a:r>
          </a:p>
          <a:p>
            <a:r>
              <a:rPr lang="en-GB" dirty="0"/>
              <a:t>&lt;/html&gt;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7914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5774-ACF6-7856-F19E-8044F3B0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Command Line Interface (CLI)?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5104-8994-3BAB-4157-7A71F285F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CLI is a command line program that accepts text input to execute operating system functions.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1960s, using only computer terminals, this was the only way to interact with computers.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1970s an 1980s, command line input was commonly used by Unix systems and PC systems like MS-DOS and Apple DOS.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Today, with graphical user interfaces (GUI), most users never use command-line interfaces (CLI).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However, CLI is still used by software developers and system administrators to configure computers, install software, and access features that are not available in the graphical interface.</a:t>
            </a:r>
          </a:p>
          <a:p>
            <a:pPr marL="0" indent="0">
              <a:buNone/>
            </a:pPr>
            <a:br>
              <a:rPr lang="en-GB" dirty="0"/>
            </a:b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60782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1F2B-36DD-BF92-EF4C-8EB9A404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JSON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EE1BE-8D33-2DC5-2B8C-83D5840E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JSON stands for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ava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cript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bject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otation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JSON is a lightweight format for storing and transporting data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JSON is often used when data is sent from a server to a web page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JSON is "self-describing" and easy to understand</a:t>
            </a: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61194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D24D-970D-6920-A7EC-9C338D9D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npm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7AFB-2A26-8600-2C63-797AF9E74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World's Largest Software Registry (Library)</a:t>
            </a:r>
          </a:p>
          <a:p>
            <a:pPr algn="l"/>
            <a:r>
              <a:rPr lang="en-GB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npm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the world's largest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Software Registry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registry contains over 800,000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code packages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Open-source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developers use 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npm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to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share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software.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Many organizations also use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npm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to manage private development.</a:t>
            </a: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1552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D4FA-84E5-029D-889A-34DAFEAA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Node.js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CB701-D7D1-A4F2-1F7E-06CDCB962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Installing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npm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GB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npm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installed with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means that you have to install Node.js to get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npm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installed on your computer.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Download Node.js from the official Node.js web site: 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https://nodejs.org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br>
              <a:rPr lang="en-GB" dirty="0"/>
            </a:b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4174475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444E-30F6-0FB0-4CE9-38150537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Full-stack Web Developer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86EF-953E-8BC3-1C84-85F9B3EFD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full-stack web developer is a person who can develop both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client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server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software.</a:t>
            </a:r>
          </a:p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addition to mastering HTML and CSS, he/she also knows how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 a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browser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(e.g. using JavaScript, jQuery, Angular, or Vue)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 a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server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(e.g. using PHP, ASP, Python, or Node)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 a </a:t>
            </a:r>
            <a:r>
              <a:rPr lang="en-GB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database</a:t>
            </a: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(e.g. using SQL, SQLite, or MongoDB)</a:t>
            </a:r>
          </a:p>
          <a:p>
            <a:br>
              <a:rPr lang="en-GB" dirty="0"/>
            </a:b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870211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0EF9-D4D6-8BA3-125B-F0DA5E05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Client Software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(Front-end)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549C5-422D-C307-B03D-4736DA811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HTML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3"/>
              </a:rPr>
              <a:t>CSS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4"/>
              </a:rPr>
              <a:t>Bootstrap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5"/>
              </a:rPr>
              <a:t>W3.CSS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6"/>
              </a:rPr>
              <a:t>JavaScript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7"/>
              </a:rPr>
              <a:t>ES5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8"/>
              </a:rPr>
              <a:t>HTML DOM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9"/>
              </a:rPr>
              <a:t>JSON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0"/>
              </a:rPr>
              <a:t>XML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1"/>
              </a:rPr>
              <a:t>jQuery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2"/>
              </a:rPr>
              <a:t>Angular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3"/>
              </a:rPr>
              <a:t>React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Backbone.js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Ember.js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Redux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4"/>
              </a:rPr>
              <a:t>Storybook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GraphQL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Meteor.js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Grunt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Gulp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762885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2B98-1584-2598-7E00-EAFBD966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Server Software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(Back-end)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4627-DCFB-59E7-1BE3-39FC7094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PHP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3"/>
              </a:rPr>
              <a:t>ASP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4"/>
              </a:rPr>
              <a:t>C++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5"/>
              </a:rPr>
              <a:t>C#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6"/>
              </a:rPr>
              <a:t>Java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7"/>
              </a:rPr>
              <a:t>Python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8"/>
              </a:rPr>
              <a:t>Node.js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Express.js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Ruby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9"/>
              </a:rPr>
              <a:t>Go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0"/>
              </a:rPr>
              <a:t>SQL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1"/>
              </a:rPr>
              <a:t>MongoDB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12"/>
              </a:rPr>
              <a:t>Sass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Firebase.com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Parse.com</a:t>
            </a:r>
            <a:endParaRPr lang="en-GB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PaaS (Azure and Heroku)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60518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B1D0-7C2C-DA65-6A6D-92828836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Popular Stacks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DCE9-81B5-FFDD-A19F-D406D8C95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LAMP stack: JavaScript - Linux - Apache - MySQL - PHP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LEMP stack: JavaScript - Linux - Nginx - MySQL - PHP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MEAN stack: JavaScript - MongoDB - Express - AngularJS - Node.js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Django stack: JavaScript - Python - Django - MySQL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Ruby on Rails: JavaScript - Ruby - SQLite - Rails</a:t>
            </a:r>
          </a:p>
          <a:p>
            <a:pPr marL="0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418210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1173</Words>
  <Application>Microsoft Macintosh PowerPoint</Application>
  <PresentationFormat>Widescreen</PresentationFormat>
  <Paragraphs>126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Segoe UI</vt:lpstr>
      <vt:lpstr>Verdana</vt:lpstr>
      <vt:lpstr>Office Theme</vt:lpstr>
      <vt:lpstr>  What is Google Charts What is Google Maps What is Google Fonts </vt:lpstr>
      <vt:lpstr>PowerPoint Presentation</vt:lpstr>
      <vt:lpstr>Learn how to add Google Charts to your web page.</vt:lpstr>
      <vt:lpstr>Charts</vt:lpstr>
      <vt:lpstr>Add a reference to the Chart API at google.com</vt:lpstr>
      <vt:lpstr>PowerPoint Presentation</vt:lpstr>
      <vt:lpstr>Google Maps </vt:lpstr>
      <vt:lpstr>PowerPoint Presentation</vt:lpstr>
      <vt:lpstr>Add a JavaScript function to display the map:</vt:lpstr>
      <vt:lpstr>PowerPoint Presentation</vt:lpstr>
      <vt:lpstr>Google Fonts </vt:lpstr>
      <vt:lpstr>  What is Command Line Interface (CLI)? </vt:lpstr>
      <vt:lpstr>What is JSON </vt:lpstr>
      <vt:lpstr>What is npm </vt:lpstr>
      <vt:lpstr>Node.js</vt:lpstr>
      <vt:lpstr>Full-stack Web Developer </vt:lpstr>
      <vt:lpstr>Client Software (Front-end) </vt:lpstr>
      <vt:lpstr>Server Software (Back-end) </vt:lpstr>
      <vt:lpstr>Popular Stacks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What is Google Charts What is Google Maps What is Google Fonts </dc:title>
  <dc:creator>Induwara Rajapaksha</dc:creator>
  <cp:lastModifiedBy>Induwara Rajapaksha</cp:lastModifiedBy>
  <cp:revision>1</cp:revision>
  <dcterms:created xsi:type="dcterms:W3CDTF">2023-11-21T06:14:53Z</dcterms:created>
  <dcterms:modified xsi:type="dcterms:W3CDTF">2023-11-21T07:08:20Z</dcterms:modified>
</cp:coreProperties>
</file>